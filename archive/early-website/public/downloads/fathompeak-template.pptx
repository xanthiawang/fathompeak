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3d32b7bbb143a1" /><Relationship Type="http://schemas.openxmlformats.org/officeDocument/2006/relationships/extended-properties" Target="/docProps/app.xml" Id="Rb9c7738c323740de" /><Relationship Type="http://schemas.openxmlformats.org/officeDocument/2006/relationships/officeDocument" Target="/ppt/presentation.xml" Id="R112daedf09e9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0291e185e4f43"/>
  </p:sldMasterIdLst>
  <p:notesMasterIdLst>
    <p:notesMasterId xmlns:r="http://schemas.openxmlformats.org/officeDocument/2006/relationships" r:id="R1c5e41a0e5c24335"/>
  </p:notesMasterIdLst>
  <p:sldIdLst>
    <p:sldId xmlns:r="http://schemas.openxmlformats.org/officeDocument/2006/relationships" id="256" r:id="R19afb49427014c9b"/>
    <p:sldId xmlns:r="http://schemas.openxmlformats.org/officeDocument/2006/relationships" id="257" r:id="R762f83f8978d4a8e"/>
    <p:sldId xmlns:r="http://schemas.openxmlformats.org/officeDocument/2006/relationships" id="258" r:id="Rc25a38b4d4ab46ce"/>
    <p:sldId xmlns:r="http://schemas.openxmlformats.org/officeDocument/2006/relationships" id="259" r:id="Rd0e60f3111f849ac"/>
    <p:sldId xmlns:r="http://schemas.openxmlformats.org/officeDocument/2006/relationships" id="260" r:id="R9bb777bc2e4b41bf"/>
    <p:sldId xmlns:r="http://schemas.openxmlformats.org/officeDocument/2006/relationships" id="261" r:id="Redbff67ed140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10b9f569dd4673" /><Relationship Type="http://schemas.openxmlformats.org/officeDocument/2006/relationships/slideMaster" Target="/ppt/slideMasters/slideMaster1.xml" Id="R1790291e185e4f43" /><Relationship Type="http://schemas.openxmlformats.org/officeDocument/2006/relationships/notesMaster" Target="/ppt/notesMasters/notesMaster1.xml" Id="R1c5e41a0e5c24335" /><Relationship Type="http://schemas.openxmlformats.org/officeDocument/2006/relationships/presProps" Target="/ppt/presProps.xml" Id="R80c086d0db764f11" /><Relationship Type="http://schemas.openxmlformats.org/officeDocument/2006/relationships/tableStyles" Target="/ppt/tableStyles.xml" Id="R5ac05bff50d14cfd" /><Relationship Type="http://schemas.openxmlformats.org/officeDocument/2006/relationships/slide" Target="/ppt/slides/slide1.xml" Id="R19afb49427014c9b" /><Relationship Type="http://schemas.openxmlformats.org/officeDocument/2006/relationships/slide" Target="/ppt/slides/slide2.xml" Id="R762f83f8978d4a8e" /><Relationship Type="http://schemas.openxmlformats.org/officeDocument/2006/relationships/slide" Target="/ppt/slides/slide3.xml" Id="Rc25a38b4d4ab46ce" /><Relationship Type="http://schemas.openxmlformats.org/officeDocument/2006/relationships/slide" Target="/ppt/slides/slide4.xml" Id="Rd0e60f3111f849ac" /><Relationship Type="http://schemas.openxmlformats.org/officeDocument/2006/relationships/slide" Target="/ppt/slides/slide5.xml" Id="R9bb777bc2e4b41bf" /><Relationship Type="http://schemas.openxmlformats.org/officeDocument/2006/relationships/slide" Target="/ppt/slides/slide6.xml" Id="Redbff67ed140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7a1e70889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4ed81a1f14a45" /><Relationship Type="http://schemas.openxmlformats.org/officeDocument/2006/relationships/notesMaster" Target="/ppt/notesMasters/notesMaster1.xml" Id="R1a204e636c20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769d155e7416f" /><Relationship Type="http://schemas.openxmlformats.org/officeDocument/2006/relationships/notesMaster" Target="/ppt/notesMasters/notesMaster1.xml" Id="R427e7121c065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9d81587cb471e" /><Relationship Type="http://schemas.openxmlformats.org/officeDocument/2006/relationships/notesMaster" Target="/ppt/notesMasters/notesMaster1.xml" Id="Ra8f77cb1fd6b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c3930d0614868" /><Relationship Type="http://schemas.openxmlformats.org/officeDocument/2006/relationships/notesMaster" Target="/ppt/notesMasters/notesMaster1.xml" Id="R6d4aceae1e17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6fe6d60dd0447a" /><Relationship Type="http://schemas.openxmlformats.org/officeDocument/2006/relationships/notesMaster" Target="/ppt/notesMasters/notesMaster1.xml" Id="R16cc66cc044d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8ebfd428b4dd7" /><Relationship Type="http://schemas.openxmlformats.org/officeDocument/2006/relationships/notesMaster" Target="/ppt/notesMasters/notesMaster1.xml" Id="R6cdda2c8bfde4d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封面模板。品牌故事依据2026-10-12公司资料与品牌完整稿。插画为原创ImageGen概念图，不是实际设备照片。视觉参考https://wurldtech.com/。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章节模板；按实际演讲内容替换章节标题。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正文模板，提供真实流程文案；不包含未验证性能、规模或价格承诺。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图文模板。插画为概念分层，不代表公司已经部署的设备结构或站点。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可编辑原生表格模板；留空字段必须用实际项目与来源填写。不包含示意经营数据。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公司联系邮箱来自公司BP，正式采购入口https://admin.fathompeak.cn/token-market于2026-10-12查看。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b746c4de345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dfe6eb2b840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1af6e94724e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ecb5dfbf448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a656456e649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720078093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0418DF-8CE3-4E5D-A200-2C978810C8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CE516F-DDE4-4622-B73D-6CD32314DC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B2F2A6-6109-4F01-A9BB-B90C8FCED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C83654-98BB-4A4A-99EC-3984E227E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1A099E-E808-4A07-87C3-22E60AC1D7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0DF1FA-A5D6-4A53-9095-C90D9DE31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6D820-6E31-4D51-986D-8B8C09C178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CAC138-349C-4C97-ABB8-1AC2E190B3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E15CCC-1952-4B16-A8DF-52E9C2567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4B9401-F14C-4A52-B995-C4C7ACDC2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d28dc30d24740" /><Relationship Type="http://schemas.openxmlformats.org/officeDocument/2006/relationships/slideLayout" Target="/ppt/slideLayouts/slideLayout1.xml" Id="R39bca89b297a457b" /><Relationship Type="http://schemas.openxmlformats.org/officeDocument/2006/relationships/slideLayout" Target="/ppt/slideLayouts/slideLayout2.xml" Id="Raa90b82bc96c47b5" /><Relationship Type="http://schemas.openxmlformats.org/officeDocument/2006/relationships/slideLayout" Target="/ppt/slideLayouts/slideLayout3.xml" Id="Ra905b2a361c84203" /><Relationship Type="http://schemas.openxmlformats.org/officeDocument/2006/relationships/slideLayout" Target="/ppt/slideLayouts/slideLayout4.xml" Id="R0edf7fb736d74088" /><Relationship Type="http://schemas.openxmlformats.org/officeDocument/2006/relationships/slideLayout" Target="/ppt/slideLayouts/slideLayout5.xml" Id="Rd4fdd8e41fe74c1a" /><Relationship Type="http://schemas.openxmlformats.org/officeDocument/2006/relationships/slideLayout" Target="/ppt/slideLayouts/slideLayout6.xml" Id="R41b9b4e7699640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bca89b297a457b"/>
    <p:sldLayoutId xmlns:r="http://schemas.openxmlformats.org/officeDocument/2006/relationships" id="2147483650" r:id="Raa90b82bc96c47b5"/>
    <p:sldLayoutId xmlns:r="http://schemas.openxmlformats.org/officeDocument/2006/relationships" id="2147483651" r:id="Ra905b2a361c84203"/>
    <p:sldLayoutId xmlns:r="http://schemas.openxmlformats.org/officeDocument/2006/relationships" id="2147483652" r:id="R0edf7fb736d74088"/>
    <p:sldLayoutId xmlns:r="http://schemas.openxmlformats.org/officeDocument/2006/relationships" id="2147483653" r:id="Rd4fdd8e41fe74c1a"/>
    <p:sldLayoutId xmlns:r="http://schemas.openxmlformats.org/officeDocument/2006/relationships" id="2147483654" r:id="R41b9b4e7699640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422e1535b4e18" /><Relationship Type="http://schemas.openxmlformats.org/officeDocument/2006/relationships/image" Target="/ppt/media/image.png" Id="R1b18cff34ec24c46" /><Relationship Type="http://schemas.openxmlformats.org/officeDocument/2006/relationships/notesSlide" Target="/ppt/notesSlides/notesSlide1.xml" Id="Rbf7b57076c13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64d991ac340a4" /><Relationship Type="http://schemas.openxmlformats.org/officeDocument/2006/relationships/notesSlide" Target="/ppt/notesSlides/notesSlide2.xml" Id="Ra6fea2963caf4e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c8740fc8047fd" /><Relationship Type="http://schemas.openxmlformats.org/officeDocument/2006/relationships/notesSlide" Target="/ppt/notesSlides/notesSlide3.xml" Id="R50ca86a78df8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a5b26118c441f" /><Relationship Type="http://schemas.openxmlformats.org/officeDocument/2006/relationships/image" Target="/ppt/media/image2.png" Id="R54022144c1f94748" /><Relationship Type="http://schemas.openxmlformats.org/officeDocument/2006/relationships/notesSlide" Target="/ppt/notesSlides/notesSlide4.xml" Id="R69c469e297584b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9673fe25a429b" /><Relationship Type="http://schemas.openxmlformats.org/officeDocument/2006/relationships/notesSlide" Target="/ppt/notesSlides/notesSlide5.xml" Id="Re74f25695a104d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f1cd2c89f4531" /><Relationship Type="http://schemas.openxmlformats.org/officeDocument/2006/relationships/notesSlide" Target="/ppt/notesSlides/notesSlide6.xml" Id="R654c7a601dcc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1C36A-0374-43B8-8FB5-657E503A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6D176-401B-4A62-A428-B4089FC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8FAE-21C9-4388-8759-FCC2A0ADA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8cff34ec24c46"/>
          <a:stretch xmlns:a="http://schemas.openxmlformats.org/drawingml/2006/main"/>
        </p:blipFill>
        <p:spPr>
          <a:xfrm xmlns:a="http://schemas.openxmlformats.org/drawingml/2006/main">
            <a:off x="5715000" y="1468438"/>
            <a:ext cx="6096000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77DE-2220-43D8-9D7F-5002BE0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81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让能源与 AI</a:t>
            </a:r>
          </a:p>
          <a:p xmlns:a="http://schemas.openxmlformats.org/drawingml/2006/main">
            <a:pPr>
              <a:defRPr sz="48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的需求相遇。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77B78-EE3A-474F-B118-72EBF2F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rPr>
              <a:t>算电协同与模型服务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07E2-CA51-4F17-9FAE-78548D20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DBF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4DBF1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4DBF1"/>
                </a:solidFill>
                <a:latin typeface="Noto Sans SC"/>
                <a:ea typeface="Noto Sans SC"/>
                <a:cs typeface="Noto Sans SC"/>
              </a:rPr>
              <a:t>从能源，到每一次计算。</a:t>
            </a:r>
          </a:p>
        </p:txBody>
      </p:sp>
    </p:spTree>
    <p:extLst>
      <p:ext uri="{BB962C8B-B14F-4D97-AF65-F5344CB8AC3E}">
        <p14:creationId xmlns:p14="http://schemas.microsoft.com/office/powerpoint/2010/main" val="1922809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7DD1-A109-41EF-A689-1907D929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A52A7-1F2A-4D05-B2DA-4EB6C9F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EB72E-788A-4501-9AF4-50851373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74DBF1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74DBF1"/>
                </a:solidFill>
                <a:latin typeface="IBM Plex Mono"/>
                <a:ea typeface="IBM Plex Mono"/>
                <a:cs typeface="IBM Plex Mono"/>
              </a:defRPr>
            </a:pPr>
            <a:r>
              <a:rPr sz="5400" b="1">
                <a:solidFill>
                  <a:srgbClr val="74DBF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7BE72-0539-4F42-8C25-18B3157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模型与服务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FF159-957C-4C6F-BEC9-EF1DE66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D0DDD5"/>
                </a:solidFill>
                <a:latin typeface="Noto Sans SC"/>
                <a:ea typeface="Noto Sans SC"/>
                <a:cs typeface="Noto Sans SC"/>
              </a:rPr>
              <a:t>章节标题与简短说明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6BA07-15D3-4D42-9849-0D601F01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0DDD5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0DDD5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D0DDD5"/>
                </a:solidFill>
                <a:latin typeface="Plus Jakarta Sans"/>
                <a:ea typeface="Plus Jakarta Sans"/>
                <a:cs typeface="Plus Jakarta Sans"/>
              </a:rPr>
              <a:t>FathomPeak · 沐仞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DDF3A-CC1F-404B-91C5-2B34AB5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198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C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6006E-873D-4896-83EA-1A3E64A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67C55-3FC7-4731-BDB4-0AC1766D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D8ADD-02C0-4701-B857-FB23F45A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任务、条件与交付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5B42F-C67B-4988-83BE-632628AF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先明确需要完成的任务。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ECCF5-EF22-4155-A0C6-614322C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rPr>
              <a:t>说明模型、负载、用量与接入需求。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19071-301E-44CD-8498-0EC8F7A1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rPr>
              <a:t>技术评估、报价、采购与验收分别确认。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4BBAA-1C18-4C73-AE19-9F4000E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rPr>
              <a:t>FathomPeak · 沐仞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D0604-D2E6-43A5-86C0-2C552DA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0401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C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F24BF-2759-4658-923B-B91C600B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AA6B6-FF30-4F25-9F9F-A683203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91290-DB0A-4237-B758-3B0E09C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能源、资源与模型使用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8706B-31D7-4F88-9D75-91CEA0B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把复杂协作逐层说清楚。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EE13C-3178-4F7B-AB12-BF092A3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rPr>
              <a:t>实际资源条件、配置与交付责任</a:t>
            </a:r>
          </a:p>
          <a:p xmlns:a="http://schemas.openxmlformats.org/drawingml/2006/main">
            <a:pPr>
              <a:def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rPr>
              <a:t>在项目中确认。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2066-1044-4F17-95D8-F8BAE6FD6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22144c1f94748"/>
          <a:stretch xmlns:a="http://schemas.openxmlformats.org/drawingml/2006/main"/>
        </p:blipFill>
        <p:spPr>
          <a:xfrm xmlns:a="http://schemas.openxmlformats.org/drawingml/2006/main">
            <a:off x="6319838" y="2352675"/>
            <a:ext cx="4886325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3B3D2-102E-4A47-B811-F38B689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rPr>
              <a:t>FathomPeak · 沐仞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84251-5D85-4658-8A25-6745E5AF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1862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EC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3E20-4BB4-4F4A-8C90-CA3C78A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032126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E8675-0852-4C5C-AEE8-FC2B821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92109-12F1-4A8D-88F4-4BDC27B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032126"/>
                </a:solidFill>
                <a:latin typeface="Noto Sans SC"/>
                <a:ea typeface="Noto Sans SC"/>
                <a:cs typeface="Noto Sans SC"/>
              </a:rPr>
              <a:t>实际项目资料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0E31D-839A-4BF3-BBFF-F8A9315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4045"/>
                </a:solidFill>
                <a:latin typeface="Noto Sans SC"/>
                <a:ea typeface="Noto Sans SC"/>
                <a:cs typeface="Noto Sans SC"/>
              </a:rPr>
              <a:t>以下为可编辑资料表模板；未填写项目数据。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4E60D-0731-443B-A56E-469FCF948324}"/>
              </a:ext>
            </a:extLst>
          </p:cNvPr>
          <p:cNvGraphicFramePr/>
          <p:nvPr/>
        </p:nvGraphicFramePr>
        <p:xfrm>
          <a:off xmlns:a="http://schemas.openxmlformats.org/drawingml/2006/main" x="609600" y="310515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353050"/>
                <a:gridCol w="314325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项目字段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6BFB0"/>
                      </a:solidFill>
                      <a:prstDash val="solid"/>
                    </a:lnL>
                    <a:lnR w="9525">
                      <a:solidFill>
                        <a:srgbClr val="A6BFB0"/>
                      </a:solidFill>
                      <a:prstDash val="solid"/>
                    </a:lnR>
                    <a:lnT w="9525">
                      <a:solidFill>
                        <a:srgbClr val="A6BFB0"/>
                      </a:solidFill>
                      <a:prstDash val="solid"/>
                    </a:lnT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D0DD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已确认内容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T w="9525">
                      <a:solidFill>
                        <a:srgbClr val="A6BFB0"/>
                      </a:solidFill>
                      <a:prstDash val="solid"/>
                    </a:lnT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D0DD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来源 / 日期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T w="9525">
                      <a:solidFill>
                        <a:srgbClr val="A6BFB0"/>
                      </a:solidFill>
                      <a:prstDash val="solid"/>
                    </a:lnT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D0DDD5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服务或设备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6BFB0"/>
                      </a:solidFill>
                      <a:prstDash val="solid"/>
                    </a:lnL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接入与交付条件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6BFB0"/>
                      </a:solidFill>
                      <a:prstDash val="solid"/>
                    </a:lnL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负责人或支持方式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6BFB0"/>
                      </a:solidFill>
                      <a:prstDash val="solid"/>
                    </a:lnL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3212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6BFB0"/>
                      </a:solidFill>
                      <a:prstDash val="solid"/>
                    </a:lnR>
                    <a:lnB w="9525">
                      <a:solidFill>
                        <a:srgbClr val="A6BFB0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36BB-4F1A-490E-A5B6-81BE6E8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204045"/>
                </a:solidFill>
                <a:latin typeface="Plus Jakarta Sans"/>
                <a:ea typeface="Plus Jakarta Sans"/>
                <a:cs typeface="Plus Jakarta Sans"/>
              </a:rPr>
              <a:t>FathomPeak · 沐仞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1FF1E-1E12-4788-8E88-F33035F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20404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2137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1AA80-6E68-46EE-A181-D6F24C1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E8ECE9"/>
                </a:solidFill>
                <a:latin typeface="Plus Jakarta Sans"/>
                <a:ea typeface="Plus Jakarta Sans"/>
                <a:cs typeface="Plus Jakarta Sans"/>
              </a:rPr>
              <a:t>FathomPeak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63939-3D74-4C65-9607-13D0F1EC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沐仞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AA113-B68F-4F21-9AC9-46211A8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E8ECE9"/>
                </a:solidFill>
                <a:latin typeface="Noto Sans SC"/>
                <a:ea typeface="Noto Sans SC"/>
                <a:cs typeface="Noto Sans SC"/>
              </a:rPr>
              <a:t>从你的任务开始。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7DEA-253F-44D0-8109-604132EB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0DDD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D0DDD5"/>
                </a:solidFill>
                <a:latin typeface="Noto Sans SC"/>
                <a:ea typeface="Noto Sans SC"/>
                <a:cs typeface="Noto Sans SC"/>
              </a:rPr>
              <a:t>模型采购 / 设备与节点 / 资源合作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8F231-CFE7-4026-A06A-7EC0C09B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74DBF1"/>
                </a:solidFill>
                <a:latin typeface="Plus Jakarta Sans"/>
                <a:ea typeface="Plus Jakarta Sans"/>
                <a:cs typeface="Plus Jakarta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4DBF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0">
                <a:solidFill>
                  <a:srgbClr val="74DBF1"/>
                </a:solidFill>
                <a:latin typeface="Plus Jakarta Sans"/>
                <a:ea typeface="Plus Jakarta Sans"/>
                <a:cs typeface="Plus Jakarta Sans"/>
              </a:rPr>
              <a:t>fathompeak@163.com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146D3-0E2F-47E9-BDDE-1CE10F5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>
                <a:solidFill>
                  <a:srgbClr val="D0DDD5"/>
                </a:solidFill>
                <a:latin typeface="IBM Plex Mono"/>
                <a:ea typeface="IBM Plex Mono"/>
                <a:cs typeface="IBM Plex Mono"/>
              </a:rPr>
              <a:t>admin.fathompeak.cn/token-market</a:t>
            </a:r>
          </a:p>
        </p:txBody>
      </p:sp>
    </p:spTree>
    <p:extLst>
      <p:ext uri="{BB962C8B-B14F-4D97-AF65-F5344CB8AC3E}">
        <p14:creationId xmlns:p14="http://schemas.microsoft.com/office/powerpoint/2010/main" val="1204687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2026-10-12T09:32:06.1210000Z</dcterms:created>
  <dcterms:modified xsi:type="dcterms:W3CDTF">2026-10-12T09:32:06.1210000Z</dcterms:modified>
</coreProperties>
</file>